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KrushikaDhara: Novelty &amp; Uniqueness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Solving the Integration Gap in Indian Agriculture</a:t>
            </a:r>
          </a:p>
          <a:p>
            <a:r>
              <a:t>Through Offline-First Edge AI &amp; Bluetooth Mesh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Solving the 'Integration Gap'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Current Limitations in Research:</a:t>
            </a:r>
          </a:p>
          <a:p>
            <a:pPr>
              <a:defRPr sz="1600"/>
            </a:pPr>
            <a:r>
              <a:t>• Most agri-tech research produces isolated models (only disease detection, or only yield).</a:t>
            </a:r>
          </a:p>
          <a:p>
            <a:pPr>
              <a:defRPr sz="1600"/>
            </a:pPr>
            <a:r>
              <a:t>• Farmers suffer from 'app fatigue' trying to use 10 different tools.</a:t>
            </a:r>
          </a:p>
          <a:p>
            <a:br/>
            <a:pPr>
              <a:defRPr b="1" sz="2000"/>
            </a:pPr>
            <a:r>
              <a:t>KrushikaDhara's Unique Approach:</a:t>
            </a:r>
          </a:p>
          <a:p>
            <a:pPr>
              <a:defRPr sz="1600"/>
            </a:pPr>
            <a:r>
              <a:t>• Unifies 9 advanced modules into a single, cohesive workflow.</a:t>
            </a:r>
          </a:p>
          <a:p>
            <a:pPr>
              <a:defRPr sz="1600"/>
            </a:pPr>
            <a:r>
              <a:t>• Combines Disease Detection, Yield Estimation, RAG-Advisory, P2P Rental, and Market Prices.</a:t>
            </a:r>
          </a:p>
          <a:p>
            <a:pPr>
              <a:defRPr sz="1600"/>
            </a:pPr>
            <a:r>
              <a:t>• Built entirely on free-tier infrastructure, ensuring zero recurring cost for NGOs.</a:t>
            </a:r>
          </a:p>
        </p:txBody>
      </p:sp>
      <p:pic>
        <p:nvPicPr>
          <p:cNvPr id="4" name="Picture 3" descr="farmer_app_ui_179037001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Multi-Tiered AI (Edge + Aerial Fusion)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Tier 1: Micro-Level (Edge AI)</a:t>
            </a:r>
          </a:p>
          <a:p>
            <a:pPr>
              <a:defRPr sz="1600"/>
            </a:pPr>
            <a:r>
              <a:t>• INT8-quantised YOLOv8 runs directly on the farmer's smartphone.</a:t>
            </a:r>
          </a:p>
          <a:p>
            <a:pPr>
              <a:defRPr sz="1600"/>
            </a:pPr>
            <a:r>
              <a:t>• Zero internet required, median latency of just 178.4ms.</a:t>
            </a:r>
          </a:p>
          <a:p>
            <a:br/>
            <a:pPr>
              <a:defRPr b="1" sz="2000"/>
            </a:pPr>
            <a:r>
              <a:t>Tier 2: Macro-Level (Aerial Fusion)</a:t>
            </a:r>
          </a:p>
          <a:p>
            <a:pPr>
              <a:defRPr sz="1600"/>
            </a:pPr>
            <a:r>
              <a:t>• Fuses high-res Drone imagery with Sentinel-2 satellite NDVI data.</a:t>
            </a:r>
          </a:p>
          <a:p>
            <a:pPr>
              <a:defRPr sz="1600"/>
            </a:pPr>
            <a:r>
              <a:t>• Generates highly accurate per-acre yield estimates and pest hotspot maps.</a:t>
            </a:r>
          </a:p>
        </p:txBody>
      </p:sp>
      <p:pic>
        <p:nvPicPr>
          <p:cNvPr id="4" name="Picture 3" descr="drone_field_17903700237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Equipment Rental: The 'Online'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Firebase Realtime Database &amp; Geohashing:</a:t>
            </a:r>
          </a:p>
          <a:p>
            <a:pPr>
              <a:defRPr sz="1600"/>
            </a:pPr>
            <a:r>
              <a:t>• When a farmer has 4G/3G connectivity, the app operates using a standard Firebase backend.</a:t>
            </a:r>
          </a:p>
          <a:p>
            <a:pPr>
              <a:defRPr sz="1600"/>
            </a:pPr>
            <a:r>
              <a:t>• It converts GPS coordinates into Geohashes (short grid strings).</a:t>
            </a:r>
          </a:p>
          <a:p>
            <a:pPr>
              <a:defRPr sz="1600"/>
            </a:pPr>
            <a:r>
              <a:t>• If a farmer searches for a 'Tractor', the app instantly matches them with any listed tractors within their specific Geohash grid (e.g., 5-10 km radius).</a:t>
            </a:r>
          </a:p>
        </p:txBody>
      </p:sp>
      <p:pic>
        <p:nvPicPr>
          <p:cNvPr id="4" name="Picture 3" descr="tractor_bluetooth_17903700348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Equipment Rental: Offline Bluetooth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i="1" sz="1600"/>
            </a:pPr>
            <a:r>
              <a:t>Traditional apps break completely in rural areas without signal. KrushikaDhara fails over to a Bluetooth/WiFi-Direct Mesh using flutter_nearby_connections.</a:t>
            </a:r>
          </a:p>
          <a:p>
            <a:pPr>
              <a:defRPr sz="1600"/>
            </a:pPr>
            <a:r>
              <a:t>• Broadcasting: A farmer's phone locally broadcasts a tiny, encrypted Bluetooth beacon containing equipment details (e.g., 'Power Tiller, ₹500/hr, Contact: 98765XXXXX').</a:t>
            </a:r>
          </a:p>
          <a:p>
            <a:pPr>
              <a:defRPr sz="1600"/>
            </a:pPr>
            <a:r>
              <a:t>• Peer Discovery: If another farmer walks within ~50-100 meters and searches, their phone picks up the Bluetooth broadcast directly.</a:t>
            </a:r>
          </a:p>
          <a:p>
            <a:pPr>
              <a:defRPr sz="1600"/>
            </a:pPr>
            <a:r>
              <a:t>• Mesh Hopping: If Farmer A and C are far apart, but B is in the middle, B acts as an invisible 'bridge', passing the listing from A to C.</a:t>
            </a:r>
          </a:p>
          <a:p>
            <a:pPr>
              <a:defRPr sz="1600"/>
            </a:pPr>
            <a:r>
              <a:t>• Offline Handshake: Farmers find the listing on-screen via Bluetooth and can complete the rental by walking over or making a standard 2G voice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IoT Sandalwood Anti-Poaching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The 'Unified Dashboard' Advantage:</a:t>
            </a:r>
          </a:p>
          <a:p>
            <a:pPr>
              <a:defRPr sz="1600"/>
            </a:pPr>
            <a:r>
              <a:t>• Unlike standalone security apps, KrushikaDhara integrates high-value crop security directly into the farmer's primary agricultural dashboard.</a:t>
            </a:r>
          </a:p>
          <a:p>
            <a:br/>
            <a:pPr>
              <a:defRPr b="1" sz="2000"/>
            </a:pPr>
            <a:r>
              <a:t>Multi-Sensor Data Fusion:</a:t>
            </a:r>
          </a:p>
          <a:p>
            <a:pPr>
              <a:defRPr sz="1600"/>
            </a:pPr>
            <a:r>
              <a:t>• Fuses Acoustic (chainsaw sound) and Vibration (accelerometer) sensors to virtually eliminate false positives caused by wind or animals.</a:t>
            </a:r>
          </a:p>
          <a:p>
            <a:br/>
            <a:pPr>
              <a:defRPr b="1" sz="2000"/>
            </a:pPr>
            <a:r>
              <a:t>TinyML Edge Processing:</a:t>
            </a:r>
          </a:p>
          <a:p>
            <a:pPr>
              <a:defRPr sz="1600"/>
            </a:pPr>
            <a:r>
              <a:t>• AI runs locally on the tree's microcontroller. Instead of streaming battery-draining audio to the cloud, it transmits a tiny 1-byte alert signal instantly over LoRa/Mesh.</a:t>
            </a:r>
          </a:p>
        </p:txBody>
      </p:sp>
      <p:pic>
        <p:nvPicPr>
          <p:cNvPr id="4" name="Picture 3" descr="sandalwood_iot_17903704844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Vernacular RAG Advisory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Eliminating the Literacy Barrier:</a:t>
            </a:r>
          </a:p>
          <a:p>
            <a:pPr>
              <a:defRPr sz="1600"/>
            </a:pPr>
            <a:r>
              <a:t>• Text-based LLMs exclude farmers who cannot read or type in English/Hindi.</a:t>
            </a:r>
          </a:p>
          <a:p>
            <a:br/>
            <a:pPr>
              <a:defRPr b="1" sz="2000"/>
            </a:pPr>
            <a:r>
              <a:t>Bhashini Voice Pipeline:</a:t>
            </a:r>
          </a:p>
          <a:p>
            <a:pPr>
              <a:defRPr sz="1600"/>
            </a:pPr>
            <a:r>
              <a:t>• Integrates Bhashini (ASR + NMT + TTS) for native Kannada voice interactions.</a:t>
            </a:r>
          </a:p>
          <a:p>
            <a:pPr>
              <a:defRPr sz="1600"/>
            </a:pPr>
            <a:r>
              <a:t>• Farmers speak their questions, and the system replies entirely via voice.</a:t>
            </a:r>
          </a:p>
          <a:p>
            <a:br/>
            <a:pPr>
              <a:defRPr b="1" sz="2000"/>
            </a:pPr>
            <a:r>
              <a:t>Hallucination-Free Responses:</a:t>
            </a:r>
          </a:p>
          <a:p>
            <a:pPr>
              <a:defRPr sz="1600"/>
            </a:pPr>
            <a:r>
              <a:t>• Uses Retrieval-Augmented Generation (RAG) strictly grounded in official Karnataka welfare scheme documents.</a:t>
            </a:r>
          </a:p>
        </p:txBody>
      </p:sp>
      <p:pic>
        <p:nvPicPr>
          <p:cNvPr id="4" name="Picture 3" descr="voice_ai_17903700478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