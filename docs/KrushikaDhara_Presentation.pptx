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73152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/>
              <a:t>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KrushikaDhara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i="1">
                <a:solidFill>
                  <a:srgbClr val="A5D6A7"/>
                </a:solidFill>
              </a:rPr>
              <a:t>An AI-Powered Multilingual Precision Agriculture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47472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FFFFFF"/>
                </a:solidFill>
              </a:rPr>
              <a:t>"Stream of Farming" — ಕೃಷಿಕಧಾರ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5D6A7"/>
                </a:solidFill>
              </a:rPr>
              <a:t>Naveen Kumar KM  •  G. Mohnish  •  Chandrashekhar  •  Arun Viraktamath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Guide: Ms. Lavanya C</a:t>
            </a:r>
          </a:p>
          <a:p>
            <a:pPr algn="ctr"/>
            <a:r>
              <a:rPr sz="1300">
                <a:solidFill>
                  <a:srgbClr val="C8E6C9"/>
                </a:solidFill>
              </a:rPr>
              <a:t>Department of Computer Science &amp; Engineering
New Horizon College of Engineering, Bengaluru
Affiliated to VTU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📋  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KrushikaDhara  •  AI-Powered Multilingual Precision Agriculture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▶  1.  Introduction &amp; Problem Statement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▶  2.  Literature Review &amp; Research Gaps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▶  3.  System Architecture &amp; Design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▶  4.  Core Modules Deep Dive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▶  5.  Technology Stack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▶  6.  Implementation Details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▶  7.  Results &amp; Performance Metrics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▶  8.  Comparison with Existing Platforms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▶  9.  Advantages &amp; Practical Applications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▶  10. Future Scope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▶  11. Conclusion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▶  12.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🌱  Introduction &amp;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KrushikaDhara  •  AI-Powered Multilingual Precision Agriculture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</a:rPr>
              <a:t>Agriculture contributes 17.8% of India's GDP and employs 42% of the workforce. Karnataka alone has 5+ million farming households. Yet smallholder farmers (&lt;2 hectares) face critical digital exclusion.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>
                <a:solidFill>
                  <a:srgbClr val="333333"/>
                </a:solidFill>
              </a:rPr>
              <a:t>⚠  Crop Losses: FAO estimates ~40% global crop losses to pests/diseases annually. Most farmers respond reactively.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>
                <a:solidFill>
                  <a:srgbClr val="333333"/>
                </a:solidFill>
              </a:rPr>
              <a:t>⚠  Price Exploitation: Farmers lose 20–30% of potential income due to lack of real-time mandi price information.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>
                <a:solidFill>
                  <a:srgbClr val="333333"/>
                </a:solidFill>
              </a:rPr>
              <a:t>⚠  Scheme Unawareness: &gt;60% of eligible farmers have never heard of government subsidies — locked behind English-only websites.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>
                <a:solidFill>
                  <a:srgbClr val="333333"/>
                </a:solidFill>
              </a:rPr>
              <a:t>⚠  Digital Gap: Existing apps (Kisan Suvidha, AgroStar, DeHaat) require constant internet, lack vernacular support, and ignore Karnataka-specific crops.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>
                <a:solidFill>
                  <a:srgbClr val="333333"/>
                </a:solidFill>
              </a:rPr>
              <a:t>⚠  Connectivity Barrier: None of these platforms work offline — the farmers who need help the most can't access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📚  Literature Review &amp; Research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KrushikaDhara  •  AI-Powered Multilingual Precision Agriculture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4747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47472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934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🔬  Computer Vision for Crops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66666"/>
                </a:solidFill>
              </a:rPr>
              <a:t>Mohanty et al. (PlantVillage): 99.35% lab accuracy → only 31% on field photos. Ferentinos: 99.53% but server-dependent. Gap: No offline, on-device solution for Indian crops.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554480"/>
            <a:ext cx="34747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554480"/>
            <a:ext cx="3474720" cy="41148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60934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📈  Market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1031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66666"/>
                </a:solidFill>
              </a:rPr>
              <a:t>Mittal: 15–25% income boost with timely price info. e-NAM: Complex, English-only. Fafchamps &amp; Minten: Raw SMS alerts insufficient — need predictive signals + logistics.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554480"/>
            <a:ext cx="34747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554480"/>
            <a:ext cx="3474720" cy="41148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160934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🧠  RAG for Specialized Domains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1031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66666"/>
                </a:solidFill>
              </a:rPr>
              <a:t>Lewis et al. (NeurIPS 2020): RAG combines retriever + generator. F1 improved from 0.62 to 0.87 on agricultural QA. Gap: No RAG system for Karnataka govt schemes.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B5E20"/>
                </a:solidFill>
              </a:rPr>
              <a:t>Research Gap: No single mobile platform stitches disease detection, mandi intelligence, RAG schemes, and pest-weather correlation together — offline-capable, Kannada-first, and built on free infrastructure.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🏗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A5D6A7"/>
                </a:solidFill>
              </a:rPr>
              <a:t>Hybrid Edge-Cloud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KrushikaDhara  •  AI-Powered Multilingual Precision Agriculture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5603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560320" cy="41148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9344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📱 Frontend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66666"/>
                </a:solidFill>
              </a:rPr>
              <a:t>Flutter Mobile App
• Offline-first design
• Hive local DB
• Camera &amp; GPS 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554480"/>
            <a:ext cx="25603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554480"/>
            <a:ext cx="2560320" cy="41148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609344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🛡️ Network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10312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66666"/>
                </a:solidFill>
              </a:rPr>
              <a:t>API Gateway / Load Balancer
• CloudFront CDN
• SSL Termination
• Rate Limiting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554480"/>
            <a:ext cx="25603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1554480"/>
            <a:ext cx="256032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609344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🟢 Application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10312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66666"/>
                </a:solidFill>
              </a:rPr>
              <a:t>Node.js Backend (Express/JWT)
Python AI Microservice (FastAPI)
• TensorFlow / PyTorch
• OpenCV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1554480"/>
            <a:ext cx="25603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0" y="1554480"/>
            <a:ext cx="2560320" cy="411480"/>
          </a:xfrm>
          <a:prstGeom prst="rect">
            <a:avLst/>
          </a:prstGeom>
          <a:solidFill>
            <a:srgbClr val="E5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609344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🗄 Data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10312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66666"/>
                </a:solidFill>
              </a:rPr>
              <a:t>MongoDB Atlas (User Data)
AWS S3 + CloudFront (Media)
Hive (Offline Sync)
ChromaDB (Vector Store)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66666"/>
                </a:solidFill>
              </a:rPr>
              <a:t>External Integrations:  Firebase FCM (Push)  •  OpenWeatherMap  •  Data.gov.in Agmarknet  •  Bhashini ASR/NMT/TTS  •  Groq Llama 3  •  Sentinel-2 Satellite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⚙  Core Modules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A5D6A7"/>
                </a:solidFill>
              </a:rPr>
              <a:t>8 Tightly Coupled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KrushikaDhara  •  AI-Powered Multilingual Precision Agriculture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2697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69748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🔍 Disease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66666"/>
                </a:solidFill>
              </a:rPr>
              <a:t>TFLite + YOLOv8 INT8
Fully Offline
~180ms inference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463040"/>
            <a:ext cx="2697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463040"/>
            <a:ext cx="2697480" cy="41148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517904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📊 Mandi Price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01168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66666"/>
                </a:solidFill>
              </a:rPr>
              <a:t>Agmarknet API + FCM
Real-time notifications
Jsoup fallback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463040"/>
            <a:ext cx="2697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463040"/>
            <a:ext cx="2697480" cy="41148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517904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📅 Crop Calendar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01168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66666"/>
                </a:solidFill>
              </a:rPr>
              <a:t>Open-Meteo + Llama 3
Week-by-week plans
GPS-specific weather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463040"/>
            <a:ext cx="2697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463040"/>
            <a:ext cx="2697480" cy="41148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517904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📋 Scheme 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01168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66666"/>
                </a:solidFill>
              </a:rPr>
              <a:t>ChromaDB + Llama 3
0% hallucination
94.3% precision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931920"/>
            <a:ext cx="2697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931920"/>
            <a:ext cx="2697480" cy="411480"/>
          </a:xfrm>
          <a:prstGeom prst="rect">
            <a:avLst/>
          </a:prstGeom>
          <a:solidFill>
            <a:srgbClr val="E5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986784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🌡 Pest-Weather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48056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66666"/>
                </a:solidFill>
              </a:rPr>
              <a:t>Sentinel-2 + Open-Meteo
Hyper-local risk scores
48-hour forecasts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46120" y="3931920"/>
            <a:ext cx="2697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46120" y="3931920"/>
            <a:ext cx="2697480" cy="4114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3986784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🤝 Farmers Connect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48056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66666"/>
                </a:solidFill>
              </a:rPr>
              <a:t>GPS Proximity Network
Equipment sharing
Peer-to-peer feed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3931920"/>
            <a:ext cx="2697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3931920"/>
            <a:ext cx="2697480" cy="41148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86784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💰 Loan Advisory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48056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66666"/>
                </a:solidFill>
              </a:rPr>
              <a:t>KCC/NABARD RAG
EMI calculator
Document checklist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3931920"/>
            <a:ext cx="2697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06840" y="3931920"/>
            <a:ext cx="2697480" cy="411480"/>
          </a:xfrm>
          <a:prstGeom prst="rect">
            <a:avLst/>
          </a:prstGeom>
          <a:solidFill>
            <a:srgbClr val="F48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9720" y="3986784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🎤 Voice Pipeline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48056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66666"/>
                </a:solidFill>
              </a:rPr>
              <a:t>Bhashini ASR + NMT + TTS
Kannada voice I/O
No reading 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🔬  Disease Detection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A5D6A7"/>
                </a:solidFill>
              </a:rPr>
              <a:t>On-Device AI — No Internet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KrushikaDhara  •  AI-Powered Multilingual Precision Agriculture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✦  Transfer-learned on PlantVillage dataset + 4,000 field-collected Karnataka leaf images (Ragi blast, Arecanut yellow-leaf, Groundnut tikka)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✦  Model: YOLOv8 quantized to INT8 → shipped as .tflite asset inside the APK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✦  Input: Camera frame resized to 416×416, normalized to [0, 1], passed to TFLite interpreter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✦  Output: Bounding boxes + class probabilities across 38 disease classes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✦  Inference: ~180ms on mid-range phone (Snapdragon 665, 4GB RAM)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✦  Treatment: Local JSON table maps each disease → chemical treatment (dosage/acre, safety interval, organic alternative)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✦  Source: UAS Bangalore Package of Practices, reviewed by agricultural extension officers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✦  Privacy: No data leaves the farmer's phone — complete on-device processing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📈  Mandi Price Intelligence &amp; Crop Calendar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KrushikaDhara  •  AI-Powered Multilingual Precision Agriculture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B5E20"/>
                </a:solidFill>
              </a:rPr>
              <a:t>Mandi Price Alert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▹  Daily cron job (06:00 IST) fetches wholesale rates from Agmarknet REST endpoint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▹  Filters Karnataka commodity–district pairs, writes to Firebase Realtime DB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▹  Price changes &gt;±10% → personalized FCM push alert to subscribed farmers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▹  Jsoup HTML-scraping fallback activates automatically if Agmarknet API fails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▹  Average delivery latency: 3.8 seconds (max: 9.2s)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B5E20"/>
                </a:solidFill>
              </a:rPr>
              <a:t>Dynamic Crop Calendar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▹  Merges UAS Bangalore Package of Practices (JSON rules) with live 15-day Open-Meteo forecast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▹  Groq-hosted Llama 3 8B generates week-by-week Kannada action plan (&lt; 2s round trip)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▹  GPS-specific: hourly temperature, humidity, rainfall probability, soil moisture at 0-10cm depth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📋  Government Scheme RAG &amp; Voice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KrushikaDhara  •  AI-Powered Multilingual Precision Agriculture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B5E20"/>
                </a:solidFill>
              </a:rPr>
              <a:t>Scheme 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▹  PDFs parsed via Apache Tika → chunked (512 tokens, 50 overlap) → embedded with all-MiniLM-L6-v2 (384 dims)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▹  Indexed in ChromaDB: 847 chunks from 12 Karnataka govt scheme PDFs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▹  Cosine similarity search: &lt; 40ms on CPU — never the bottleneck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▹  Llama 3 constrained prompt: answer ONLY from retrieved chunks → 0% hallucination rate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▹  Admin can upload new PDFs → re-indexed in &lt; 90 seconds with no restart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1B5E20"/>
                </a:solidFill>
              </a:rPr>
              <a:t>Voice-First Kannada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▹  Farmer taps mic → Flutter WAV capture → Bhashini ASR (IndicWhisper) → Kannada transcript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▹  Intent classifier (logistic regression, ~2,000 labeled Kannada utterances) routes to correct module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▹  Response generated in English (Llama 3) → Bhashini NMT → Kannada translation → Bhashini TTS (FastPitch + HiFi-GAN)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▹  End-to-end: farmer speaks Kannada → receives Kannada audio response in 3–4 seconds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🛠 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KrushikaDhara  •  AI-Powered Multilingual Precision Agriculture Platform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515600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Mobile App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Flutter 3.19 (Dart)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Cross-platform UI, offline-first client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Backend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Node.js + Express / Spring Boot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REST API, JWT Auth, Cron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AI Service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Python FastAPI + TensorFlow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Disease detection, chatbot inference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LLM 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Groq Cloud (Llama 3 8B)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Crop calendar, scheme RAG, chat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Vector Store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ChromaDB v0.5.3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Scheme PDF embeddings &amp; retrieval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MongoDB Atlas / Supabase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User data, logs, community posts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Object Storage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AWS S3 + CloudFront CDN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Images, media, static assets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Push 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Firebase Cloud Messaging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Mandi alerts, pest warnings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Weather Data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Open-Meteo API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GPS-specific hourly forecasts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Market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data.gov.in Agmarknet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Wholesale mandi prices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Voice/NLP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Bhashini ASR + NMT + TTS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Kannada speech I/O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Satellite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ESA Sentinel-2 (Copernicus)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NDVI, soil moisture proxy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📊  Module-Level Technology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KrushikaDhara  •  AI-Powered Multilingual Precision Agriculture Platform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51560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Primary Technology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Connectivity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Disease Detection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TFLite + YOLOv8 (INT8)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Offline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Visual + Text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Mandi Price Alert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Agmarknet API + FCM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Online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Push Notification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Crop Calendar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Open-Meteo + Groq Llama 3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Online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Text / Audio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Scheme 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ChromaDB + Llama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Online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Text / Audio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Pest-Weather Engine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Open-Meteo + Sentinel-2 NDVI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Online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Push Notification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Farmers Connect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GPS Proximity + BT Mesh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Hybrid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In-App Feed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Loan Advisory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RAG over DCC Bank/NABARD PDFs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Online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Text / Checklist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Voice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Bhashini ASR + NMT + TTS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Online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Audio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📊  Results: Disease Detection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A5D6A7"/>
                </a:solidFill>
              </a:rPr>
              <a:t>Field-Captured Images (1,200 images, 12 disease categories)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KrushikaDhara  •  AI-Powered Multilingual Precision Agriculture Platform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515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Crop Disease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Precision (%)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Recall (%)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F1 Score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Inference (ms)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Bacterial Blight (Pomegranate)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92.4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90.1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0.912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174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Leaf Rust (Ragi)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0.924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Yellow Mosaic Virus (Soybean)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89.3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88.6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0.889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183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Powdery Mildew (Onion)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Late Blight (Tomato)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93.5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92.9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0.932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176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Overall (Weighted Avg)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0.917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178.4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754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B5E20"/>
                </a:solidFill>
              </a:rPr>
              <a:t>✅ Weighted F1 of 0.917 exceeds the 0.90 threshold recommended by UAS Bangalore extension officers. Inference is consistent at 174–183ms regardless of disease class complexity.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📊  Results: Scheme RAG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A5D6A7"/>
                </a:solidFill>
              </a:rPr>
              <a:t>200 farmer queries — typed + 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KrushikaDhara  •  AI-Powered Multilingual Precision Agriculture Platform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Query Category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Precision (%)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Recall (%)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MRR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Hallucination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Eligibility (Krishi Bhagya)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95.2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93.1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0.91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Document Checklist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Loan Schemes (KCC/NABARD)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92.8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91.4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0.89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Budget Schemes (Vasudhamruta)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Overall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94.3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92.4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0.905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3891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B5E20"/>
                </a:solidFill>
              </a:rPr>
              <a:t>✅ 0% hallucination rate achieved through tightly constrained Llama 3 prompts + ChromaDB cosine-similarity retrieval. Evaluated by agricultural extension officers from Chitradurga district.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🎯  Key 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A5D6A7"/>
                </a:solidFill>
              </a:rPr>
              <a:t>6-week field pilot • 42 farmers • Chitradurga district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KrushikaDhara  •  AI-Powered Multilingual Precision Agriculture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743200" cy="18288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91.7%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E8F5E9"/>
                </a:solidFill>
              </a:rPr>
              <a:t>Weighted F1 Score
Disease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743200" cy="182880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82880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94.3%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606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E8F5E9"/>
                </a:solidFill>
              </a:rPr>
              <a:t>Precision
Scheme RAG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645920"/>
            <a:ext cx="2743200" cy="182880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06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E8F5E9"/>
                </a:solidFill>
              </a:rPr>
              <a:t>Hallucination Rate
RAG Pipeline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645920"/>
            <a:ext cx="2743200" cy="1828800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182880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3.8s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606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E8F5E9"/>
                </a:solidFill>
              </a:rPr>
              <a:t>Avg Alert Latency
Mandi Price Push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40480"/>
            <a:ext cx="2743200" cy="1828800"/>
          </a:xfrm>
          <a:prstGeom prst="roundRect">
            <a:avLst/>
          </a:prstGeom>
          <a:solidFill>
            <a:srgbClr val="E5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2336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178ms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00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E8F5E9"/>
                </a:solidFill>
              </a:rPr>
              <a:t>On-Device Inference
INT8 YOLOv8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3840480"/>
            <a:ext cx="2743200" cy="18288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402336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₹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800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E8F5E9"/>
                </a:solidFill>
              </a:rPr>
              <a:t>Total Hosting Cost
4-week pilot, 200 farmers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840480"/>
            <a:ext cx="2743200" cy="1828800"/>
          </a:xfrm>
          <a:prstGeom prst="round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02336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&lt;2s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800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E8F5E9"/>
                </a:solidFill>
              </a:rPr>
              <a:t>Crop Calendar
Llama 3 Round-Trip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3840480"/>
            <a:ext cx="2743200" cy="1828800"/>
          </a:xfrm>
          <a:prstGeom prst="roundRect">
            <a:avLst/>
          </a:prstGeom>
          <a:solidFill>
            <a:srgbClr val="F48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0" y="402336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3–4s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4800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E8F5E9"/>
                </a:solidFill>
              </a:rPr>
              <a:t>Voice Response
Kannada End-to-End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⚖  Comparison with Existing Platforms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KrushikaDhara  •  AI-Powered Multilingual Precision Agriculture Platform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51560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KrushikaDhara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Kisan Suvidha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AgroStar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DeHaat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Plantix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Offline Disease Detection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⚠ Partial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Kannada Voice 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RAG Scheme Advisory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Pest-Weather 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⚠ 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Real-time Mandi Prices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Peer Farmer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⚠ 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⚠ 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Infrastructure Cost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₹ 0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Govt. Funded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Freemium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Freemium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Freemium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Karnataka-Specific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⚠ 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💰  Zero-Cost Infrastructure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A5D6A7"/>
                </a:solidFill>
              </a:rPr>
              <a:t>Total hosting cost during 4-week pilot: ₹ 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KrushikaDhara  •  AI-Powered Multilingual Precision Agriculture Platform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Free-Tier Limit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Usage (4-Week Pilot)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Groq Cloud API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30 RPM / 14,400 RPD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~3,800 RPD avg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Firebase Realtime DB (Spark)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 GB storage, 10 GB/mo transfer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340 MB stored, 2.1 GB transferred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Oracle Cloud (ARM)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 OCPUs, 24 GB RAM total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 OCPUs, 12 GB configured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data.gov.in Agmarknet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Free developer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 call/day (batch)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Open-Meteo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Unlimited, no API key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~1,200 calls/day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Bhashini ASR + NMT + TTS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Free government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~400 calls/day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ESA Copernicus Sentinel-2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Free open access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~50 tile downloads/week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1206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B5E20"/>
                </a:solidFill>
              </a:rPr>
              <a:t>The entire stack runs on open-source frameworks and free government APIs — enabling NGOs and agricultural universities to replicate and scale without cloud subscription overhead.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✨  Key Advantages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KrushikaDhara  •  AI-Powered Multilingual Precision Agriculture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★  Zero-Cost Replicability — Entire backend on Oracle Cloud Always Free tier + open-source tools. NGOs/universities can scale at ₹0.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★  Offline-First Resilience — The most critical feature (disease detection) works fully without internet, deep in rural fields.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★  Strict Retrieval Grounding — RAG pipeline prevents LLM hallucination of schemes, interest rates, and chemical dosages.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★  Vernacular Accessibility — Bhashini ASR + TTS bridges the literacy gap. Farmers speak Kannada, receive voice answers.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★  Hyper-Local Resolution — Sentinel-2 soil moisture + Open-Meteo GPS forecasts → pest risk per individual farm, not district averages.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★  Architectural Decoupling — Each module (Scheme RAG, Mandi scraper) can be adopted independently by state agriculture departments.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★  Organic Data Density — Peer-to-peer pest sighting reports improve spatial resolution of the early-warning system for everyone.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🌍  Practical 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KrushikaDhara  •  AI-Powered Multilingual Precision Agriculture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30352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9344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🏛  State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66666"/>
                </a:solidFill>
              </a:rPr>
              <a:t>Scheme RAG can be deployed at Raitha Samparka Kendras (RSKs) as an assisted-digital kiosk — standardizing advisory across districts and reducing extension officer workload.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5303520" cy="41148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9344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🔬  Agricultural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66666"/>
                </a:solidFill>
              </a:rPr>
              <a:t>UAS Bangalore &amp; UAS Dharwad can use anonymized, geo-tagged disease logs to monitor pest migration patterns and outbreak densities in near real-time across Karnataka.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02336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5303520" cy="41148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78224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💳  Rural Fintech &amp; Insurance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720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66666"/>
                </a:solidFill>
              </a:rPr>
              <a:t>Timestamped disease + weather logs offer objective claim verification and borrower pre-screening for DCCBs and crop insurance providers — reducing acquisition costs and fraud.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02336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4023360"/>
            <a:ext cx="5303520" cy="41148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078224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🇮🇳  National e-NAM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5720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66666"/>
                </a:solidFill>
              </a:rPr>
              <a:t>The Mandi price engine and transport pooling features align with and directly support the Government's National Agriculture Market (e-NAM) digitization mandate.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🚀 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KrushikaDhara  •  AI-Powered Multilingual Precision Agriculture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56616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1790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🧬 Federated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66666"/>
                </a:solidFill>
              </a:rPr>
              <a:t>On-device inference signals aggregated globally — model learns new pathogen strains without transmitting raw images.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46304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463040"/>
            <a:ext cx="3566160" cy="41148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1790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📡 IoT Soil Sensors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011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66666"/>
                </a:solidFill>
              </a:rPr>
              <a:t>Bluetooth NPK/pH/moisture sensors feed plot-specific agronomic data into dynamic crop calendar.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63040"/>
            <a:ext cx="3566160" cy="41148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51790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🛸 Commodity UAV Scouting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011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66666"/>
                </a:solidFill>
              </a:rPr>
              <a:t>Autonomous drone sweeps generate multispectral canopy maps to detect early-stage blight.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02336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023360"/>
            <a:ext cx="3566160" cy="41148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7822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🌏 Cross-Regional Scalability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66666"/>
                </a:solidFill>
              </a:rPr>
              <a:t>Expand to Maharashtra, Tamil Nadu — zero structural code changes, just new Bhashini language packs + state PDFs.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402336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4023360"/>
            <a:ext cx="3566160" cy="411480"/>
          </a:xfrm>
          <a:prstGeom prst="rect">
            <a:avLst/>
          </a:prstGeom>
          <a:solidFill>
            <a:srgbClr val="E5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407822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🔗 Distributed Ledger Traceability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666666"/>
                </a:solidFill>
              </a:rPr>
              <a:t>Blockchain layer for immutable chemical-input logs → facilitates organic certification and premium export markets.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📝 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KrushikaDhara  •  AI-Powered Multilingual Precision Agriculture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</a:rPr>
              <a:t>KrushikaDhara is an offline-first, vernacular agricultural intelligence platform designed specifically for the smallholder farmers of Karnataka. By synthesizing edge-based computer vision, retrieval-augmented generation (RAG), and government-backed neural machine translation, the platform addresses the severe connectivity and literacy barriers that typically lock rural populations out of modern precision agriculture.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>
                <a:solidFill>
                  <a:srgbClr val="333333"/>
                </a:solidFill>
              </a:rPr>
              <a:t>✓  INT8-quantized YOLOv8: 0.917 weighted F1 — entirely on-device, no cloud needed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>
                <a:solidFill>
                  <a:srgbClr val="333333"/>
                </a:solidFill>
              </a:rPr>
              <a:t>✓  RAG pipeline: 94.3% precision on govt scheme queries — 0% hallucination in 200-query audit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>
                <a:solidFill>
                  <a:srgbClr val="333333"/>
                </a:solidFill>
              </a:rPr>
              <a:t>✓  Market alerts: 3.8s mean latency — even during Agmarknet API outages (Jsoup fallback)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>
                <a:solidFill>
                  <a:srgbClr val="333333"/>
                </a:solidFill>
              </a:rPr>
              <a:t>✓  Zero operational cost: Entire 4-week pilot with 200 farmers at ₹0 hosting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>
                <a:solidFill>
                  <a:srgbClr val="333333"/>
                </a:solidFill>
              </a:rPr>
              <a:t>✓  Kannada voice interface: 3–4 second end-to-end speech response for illiterate farmers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>
                <a:solidFill>
                  <a:srgbClr val="333333"/>
                </a:solidFill>
              </a:rPr>
              <a:t>✓  A sustainable blueprint for democratizing agri-tech in the Global South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📖 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FFFFFF"/>
                </a:solidFill>
              </a:rPr>
              <a:t>KrushikaDhara  •  AI-Powered Multilingual Precision Agriculture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100">
                <a:solidFill>
                  <a:srgbClr val="333333"/>
                </a:solidFill>
              </a:rPr>
              <a:t>  [1]  S. P. Mohanty et al., "Using deep learning for image-based plant disease detection," Frontiers in Plant Science, 2016.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100">
                <a:solidFill>
                  <a:srgbClr val="333333"/>
                </a:solidFill>
              </a:rPr>
              <a:t>  [2]  K. P. Ferentinos, "Deep learning models for plant disease detection," Computers &amp; Electronics in Agriculture, 2018.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100">
                <a:solidFill>
                  <a:srgbClr val="333333"/>
                </a:solidFill>
              </a:rPr>
              <a:t>  [3]  A. Kamilaris &amp; F. X. Prenafeta-Boldú, "Deep learning in agriculture: A survey," Computers &amp; Electronics in Agriculture, 2018.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100">
                <a:solidFill>
                  <a:srgbClr val="333333"/>
                </a:solidFill>
              </a:rPr>
              <a:t>  [4]  B. Jacob et al., "Quantization and training of neural networks for efficient inference," CVPR, 2018.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100">
                <a:solidFill>
                  <a:srgbClr val="333333"/>
                </a:solidFill>
              </a:rPr>
              <a:t>  [5]  S. Mittal, "Socio-economic impact of mobile phones on Indian agriculture," ICRIER Working Paper, 2012.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100">
                <a:solidFill>
                  <a:srgbClr val="333333"/>
                </a:solidFill>
              </a:rPr>
              <a:t>  [6]  M. Fafchamps &amp; B. Minten, "Impact of SMS-based agricultural info on Indian farmers," World Bank Econ. Review, 2012.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100">
                <a:solidFill>
                  <a:srgbClr val="333333"/>
                </a:solidFill>
              </a:rPr>
              <a:t>  [7]  P. Lewis et al., "Retrieval-augmented generation for knowledge-intensive NLP tasks," NeurIPS, 2020.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100">
                <a:solidFill>
                  <a:srgbClr val="333333"/>
                </a:solidFill>
              </a:rPr>
              <a:t>  [8]  Y. Gao et al., "RAG for large language models: A survey," arXiv, 2023.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100">
                <a:solidFill>
                  <a:srgbClr val="333333"/>
                </a:solidFill>
              </a:rPr>
              <a:t>  [9]  G. N. Agrios, Plant Pathology, 5th ed., Elsevier, 2005.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100">
                <a:solidFill>
                  <a:srgbClr val="333333"/>
                </a:solidFill>
              </a:rPr>
              <a:t>  [10] S. Vennila et al., "Pest management decision support systems," ICAR Tech. Bull. 38, 2019.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100">
                <a:solidFill>
                  <a:srgbClr val="333333"/>
                </a:solidFill>
              </a:rPr>
              <a:t>  [11] D. B. Lobell et al., "Satellite- and ground-based crop yield measurement," Amer. J. Agri. Econ., 2020.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100">
                <a:solidFill>
                  <a:srgbClr val="333333"/>
                </a:solidFill>
              </a:rPr>
              <a:t>  [12] Ministry of Electronics &amp; IT, "Bhashini: National Language Translation Mission," Gov. of India, 2022.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109728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/>
              <a:t>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i="1">
                <a:solidFill>
                  <a:srgbClr val="A5D6A7"/>
                </a:solidFill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5D6A7"/>
                </a:solidFill>
              </a:rPr>
              <a:t>Naveen Kumar KM  •  G. Mohnish  •  Chandrashekhar  •  Arun Viraktamath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Department of CSE, New Horizon College of Engineering, Bengaluru</a:t>
            </a:r>
          </a:p>
          <a:p>
            <a:pPr algn="ctr"/>
            <a:r>
              <a:rPr sz="1300">
                <a:solidFill>
                  <a:srgbClr val="C8E6C9"/>
                </a:solidFill>
              </a:rPr>
              <a:t>Guide: Ms. Lavanya C  •  Affiliated to VTU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
                  <a:srgbClr val="A5D6A7"/>
                </a:solidFill>
              </a:rPr>
              <a:t>🔗  github.com/Naveenkm07/major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