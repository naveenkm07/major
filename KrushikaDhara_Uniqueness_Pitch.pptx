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KrushikaDhara: Novelty &amp; Uniqueness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Solving the Integration Gap in Indian Agriculture</a:t>
            </a:r>
          </a:p>
          <a:p>
            <a:r>
              <a:t>Through Offline-First Edge AI &amp; Bluetooth Mesh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Solving the 'Integration Gap'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Current Limitations in Research:</a:t>
            </a:r>
          </a:p>
          <a:p>
            <a:pPr>
              <a:defRPr sz="1600"/>
            </a:pPr>
            <a:r>
              <a:t>• Most agri-tech research produces isolated models (only disease detection, or only yield).</a:t>
            </a:r>
          </a:p>
          <a:p>
            <a:pPr>
              <a:defRPr sz="1600"/>
            </a:pPr>
            <a:r>
              <a:t>• Farmers suffer from 'app fatigue' trying to use 10 different tools.</a:t>
            </a:r>
          </a:p>
          <a:p>
            <a:br/>
            <a:pPr>
              <a:defRPr b="1" sz="2000"/>
            </a:pPr>
            <a:r>
              <a:t>KrushikaDhara's Unique Approach:</a:t>
            </a:r>
          </a:p>
          <a:p>
            <a:pPr>
              <a:defRPr sz="1600"/>
            </a:pPr>
            <a:r>
              <a:t>• Unifies 9 advanced modules into a single, cohesive workflow.</a:t>
            </a:r>
          </a:p>
          <a:p>
            <a:pPr>
              <a:defRPr sz="1600"/>
            </a:pPr>
            <a:r>
              <a:t>• Combines Disease Detection, Yield Estimation, RAG-Advisory, P2P Rental, and Market Prices.</a:t>
            </a:r>
          </a:p>
          <a:p>
            <a:pPr>
              <a:defRPr sz="1600"/>
            </a:pPr>
            <a:r>
              <a:t>• Built entirely on free-tier infrastructure, ensuring zero recurring cost for NGOs.</a:t>
            </a:r>
          </a:p>
        </p:txBody>
      </p:sp>
      <p:pic>
        <p:nvPicPr>
          <p:cNvPr id="4" name="Picture 3" descr="farmer_app_ui_17903700100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Multi-Tiered AI (Edge + Aerial Fusion)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Tier 1: Micro-Level (Edge AI)</a:t>
            </a:r>
          </a:p>
          <a:p>
            <a:pPr>
              <a:defRPr sz="1600"/>
            </a:pPr>
            <a:r>
              <a:t>• INT8-quantised YOLOv8 runs directly on the farmer's smartphone.</a:t>
            </a:r>
          </a:p>
          <a:p>
            <a:pPr>
              <a:defRPr sz="1600"/>
            </a:pPr>
            <a:r>
              <a:t>• Zero internet required, median latency of just 178.4ms.</a:t>
            </a:r>
          </a:p>
          <a:p>
            <a:br/>
            <a:pPr>
              <a:defRPr b="1" sz="2000"/>
            </a:pPr>
            <a:r>
              <a:t>Tier 2: Macro-Level (Aerial Fusion)</a:t>
            </a:r>
          </a:p>
          <a:p>
            <a:pPr>
              <a:defRPr sz="1600"/>
            </a:pPr>
            <a:r>
              <a:t>• Fuses high-res Drone imagery with Sentinel-2 satellite NDVI data.</a:t>
            </a:r>
          </a:p>
          <a:p>
            <a:pPr>
              <a:defRPr sz="1600"/>
            </a:pPr>
            <a:r>
              <a:t>• Generates highly accurate per-acre yield estimates and pest hotspot maps.</a:t>
            </a:r>
          </a:p>
        </p:txBody>
      </p:sp>
      <p:pic>
        <p:nvPicPr>
          <p:cNvPr id="4" name="Picture 3" descr="drone_field_179037002375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Bluetooth Mesh Equipment Rental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The Connectivity Challenge:</a:t>
            </a:r>
          </a:p>
          <a:p>
            <a:pPr>
              <a:defRPr sz="1600"/>
            </a:pPr>
            <a:r>
              <a:t>• Traditional rental apps break when a farmer loses 4G signal in the field.</a:t>
            </a:r>
          </a:p>
          <a:p>
            <a:br/>
            <a:pPr>
              <a:defRPr b="1" sz="2000"/>
            </a:pPr>
            <a:r>
              <a:t>The Offline Fallback Mechanism:</a:t>
            </a:r>
          </a:p>
          <a:p>
            <a:pPr>
              <a:defRPr sz="1600"/>
            </a:pPr>
            <a:r>
              <a:t>• Uses Firebase Geohashing when online.</a:t>
            </a:r>
          </a:p>
          <a:p>
            <a:pPr>
              <a:defRPr sz="1600"/>
            </a:pPr>
            <a:r>
              <a:t>• Fails over to a Bluetooth/WiFi-Direct Mesh when offline.</a:t>
            </a:r>
          </a:p>
          <a:p>
            <a:pPr>
              <a:defRPr sz="1600"/>
            </a:pPr>
            <a:r>
              <a:t>• Farmers broadcast equipment listings directly to nearby phones without a cell tower.</a:t>
            </a:r>
          </a:p>
          <a:p>
            <a:pPr>
              <a:defRPr sz="1600"/>
            </a:pPr>
            <a:r>
              <a:t>• Allows true Peer-to-Peer (P2P) resource pooling, completely bypassing infrastructure failures.</a:t>
            </a:r>
          </a:p>
        </p:txBody>
      </p:sp>
      <p:pic>
        <p:nvPicPr>
          <p:cNvPr id="4" name="Picture 3" descr="tractor_bluetooth_179037003489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Vernacular RAG Advisory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000"/>
            </a:pPr>
            <a:r>
              <a:t>Eliminating the Literacy Barrier:</a:t>
            </a:r>
          </a:p>
          <a:p>
            <a:pPr>
              <a:defRPr sz="1600"/>
            </a:pPr>
            <a:r>
              <a:t>• Text-based LLMs exclude farmers who cannot read or type in English/Hindi.</a:t>
            </a:r>
          </a:p>
          <a:p>
            <a:br/>
            <a:pPr>
              <a:defRPr b="1" sz="2000"/>
            </a:pPr>
            <a:r>
              <a:t>Bhashini Voice Pipeline:</a:t>
            </a:r>
          </a:p>
          <a:p>
            <a:pPr>
              <a:defRPr sz="1600"/>
            </a:pPr>
            <a:r>
              <a:t>• Integrates Bhashini (ASR + NMT + TTS) for native Kannada voice interactions.</a:t>
            </a:r>
          </a:p>
          <a:p>
            <a:pPr>
              <a:defRPr sz="1600"/>
            </a:pPr>
            <a:r>
              <a:t>• Farmers speak their questions, and the system replies entirely via voice.</a:t>
            </a:r>
          </a:p>
          <a:p>
            <a:br/>
            <a:pPr>
              <a:defRPr b="1" sz="2000"/>
            </a:pPr>
            <a:r>
              <a:t>Hallucination-Free Responses:</a:t>
            </a:r>
          </a:p>
          <a:p>
            <a:pPr>
              <a:defRPr sz="1600"/>
            </a:pPr>
            <a:r>
              <a:t>• Uses Retrieval-Augmented Generation (RAG) strictly grounded in official Karnataka welfare scheme documents.</a:t>
            </a:r>
          </a:p>
        </p:txBody>
      </p:sp>
      <p:pic>
        <p:nvPicPr>
          <p:cNvPr id="4" name="Picture 3" descr="voice_ai_179037004785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6576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