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KrushikaDhara: The Future of Rural 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Unified, Offline-First, Multi-Tiered AI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 Statement: The Integration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Current State of Agri-Tech Research:</a:t>
            </a:r>
          </a:p>
          <a:p>
            <a:pPr>
              <a:defRPr sz="1800"/>
            </a:pPr>
            <a:r>
              <a:t>• Highly fragmented: Farmers must download 5-10 separate apps for different needs.</a:t>
            </a:r>
          </a:p>
          <a:p>
            <a:pPr>
              <a:defRPr sz="1800"/>
            </a:pPr>
            <a:r>
              <a:t>• Over-reliance on Cloud: Most AI requires strong 4G connectivity, which fails in rural Indian fields.</a:t>
            </a:r>
          </a:p>
          <a:p>
            <a:pPr>
              <a:defRPr sz="1800"/>
            </a:pPr>
            <a:r>
              <a:t>• Literacy Barriers: Chatbots require text input, excluding farmers who can't read/write English.</a:t>
            </a:r>
          </a:p>
          <a:p>
            <a:pPr>
              <a:defRPr sz="1800"/>
            </a:pPr>
            <a:r>
              <a:t>• Security Ignored: Traditional apps focus on crops, ignoring the theft of high-value trees like Sandalwood.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Our Vision &amp; Final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KrushikaDhara solves the 'Integration Gap' by unifying 9 distinct, state-of-the-art agricultural modules into a single, offline-resilient super-app.</a:t>
            </a:r>
          </a:p>
          <a:p>
            <a:pPr>
              <a:defRPr sz="2000" b="1"/>
            </a:pPr>
            <a:br/>
            <a:r>
              <a:t>Core Pillars of Uniqueness:</a:t>
            </a:r>
          </a:p>
          <a:p>
            <a:pPr>
              <a:defRPr sz="1800"/>
            </a:pPr>
            <a:r>
              <a:t>• Micro + Macro AI Fusion: Phone-based YOLOv8 meets Drone-based NDVI.</a:t>
            </a:r>
          </a:p>
          <a:p>
            <a:pPr>
              <a:defRPr sz="1800"/>
            </a:pPr>
            <a:r>
              <a:t>• Zero-Internet Fallback: Bluetooth Mesh for P2P equipment rentals.</a:t>
            </a:r>
          </a:p>
          <a:p>
            <a:pPr>
              <a:defRPr sz="1800"/>
            </a:pPr>
            <a:r>
              <a:t>• Voice-First Interface: Bhashini-powered native Kannada interaction.</a:t>
            </a:r>
          </a:p>
          <a:p>
            <a:pPr>
              <a:defRPr sz="1800"/>
            </a:pPr>
            <a:r>
              <a:t>• Integrated Security: TinyML Sandalwood Anti-Poaching sensors.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Module 1: Edge AI Crop Disease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On-Device Inference:</a:t>
            </a:r>
          </a:p>
          <a:p>
            <a:pPr>
              <a:defRPr sz="1800"/>
            </a:pPr>
            <a:r>
              <a:t>• We use an INT8-quantized YOLOv8 model running directly via TFLite on the smartphone.</a:t>
            </a:r>
          </a:p>
          <a:p>
            <a:pPr>
              <a:defRPr sz="1800"/>
            </a:pPr>
            <a:r>
              <a:t>• It does NOT need an internet connection to detect diseases.</a:t>
            </a:r>
          </a:p>
          <a:p>
            <a:pPr>
              <a:defRPr sz="1800"/>
            </a:pPr>
            <a:r>
              <a:t>• Pilot Results: Achieved 178.4ms median latency locally.</a:t>
            </a:r>
          </a:p>
        </p:txBody>
      </p:sp>
      <p:pic>
        <p:nvPicPr>
          <p:cNvPr id="4" name="Picture 3" descr="farmer_app_ui_17903700100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Module 2: Macro-Level Yield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Aerial Data Fusion:</a:t>
            </a:r>
          </a:p>
          <a:p>
            <a:pPr>
              <a:defRPr sz="1800"/>
            </a:pPr>
            <a:r>
              <a:t>• Instead of just looking at one leaf, we evaluate the entire farm.</a:t>
            </a:r>
          </a:p>
          <a:p>
            <a:pPr>
              <a:defRPr sz="1800"/>
            </a:pPr>
            <a:r>
              <a:t>• Fuses high-resolution Drone imagery with Sentinel-2 satellite NDVI data.</a:t>
            </a:r>
          </a:p>
          <a:p>
            <a:pPr>
              <a:defRPr sz="1800"/>
            </a:pPr>
            <a:r>
              <a:t>• Generates highly accurate per-acre yield estimates and detects pest hotspots before they spread.</a:t>
            </a:r>
          </a:p>
        </p:txBody>
      </p:sp>
      <p:pic>
        <p:nvPicPr>
          <p:cNvPr id="4" name="Picture 3" descr="drone_field_17903700237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Module 3: Offline Bluetooth Mesh Rental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The Rural Connectivity Fix:</a:t>
            </a:r>
          </a:p>
          <a:p>
            <a:pPr>
              <a:defRPr sz="1800"/>
            </a:pPr>
            <a:r>
              <a:t>• Online Mode: Uses Firebase Realtime Database &amp; Geohashing to match farmers within a 5-10km radius.</a:t>
            </a:r>
          </a:p>
          <a:p>
            <a:pPr>
              <a:defRPr sz="1800"/>
            </a:pPr>
            <a:r>
              <a:t>• Offline Fallback: When 4G fails, the app uses 'flutter_nearby_connections' for Bluetooth/WiFi-Direct broadcasting.</a:t>
            </a:r>
          </a:p>
          <a:p>
            <a:pPr>
              <a:defRPr sz="1800"/>
            </a:pPr>
            <a:r>
              <a:t>• Farmers can broadcast their tractor rentals directly to nearby peers (50-100m) without any cell tower.</a:t>
            </a:r>
          </a:p>
          <a:p>
            <a:pPr>
              <a:defRPr sz="1800"/>
            </a:pPr>
            <a:r>
              <a:t>• Mesh Hopping: Phones act as bridges to relay equipment listings across the village.</a:t>
            </a:r>
          </a:p>
        </p:txBody>
      </p:sp>
      <p:pic>
        <p:nvPicPr>
          <p:cNvPr id="4" name="Picture 3" descr="tractor_bluetooth_179037003489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114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Module 4: Vernacular RAG Advisory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Breaking the Language Barrier:</a:t>
            </a:r>
          </a:p>
          <a:p>
            <a:pPr>
              <a:defRPr sz="1800"/>
            </a:pPr>
            <a:r>
              <a:t>• Uses the Bhashini API (ASR + NMT + TTS) so farmers can simply speak to the app in Kannada and hear Kannada back.</a:t>
            </a:r>
          </a:p>
          <a:p>
            <a:pPr>
              <a:defRPr sz="2200" b="1"/>
            </a:pPr>
            <a:br/>
            <a:r>
              <a:t>Hallucination-Free Architecture:</a:t>
            </a:r>
          </a:p>
          <a:p>
            <a:pPr>
              <a:defRPr sz="1800"/>
            </a:pPr>
            <a:r>
              <a:t>• Implements Retrieval-Augmented Generation (RAG) using ChromaDB.</a:t>
            </a:r>
          </a:p>
          <a:p>
            <a:pPr>
              <a:defRPr sz="1800"/>
            </a:pPr>
            <a:r>
              <a:t>• Answers are strictly grounded in official Karnataka welfare documents, achieving 96% retrieval accuracy in tests.</a:t>
            </a:r>
          </a:p>
        </p:txBody>
      </p:sp>
      <p:pic>
        <p:nvPicPr>
          <p:cNvPr id="4" name="Picture 3" descr="voice_ai_179037004785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Module 5: IoT Sandalwood Anti-Poaching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Unified Farm Security:</a:t>
            </a:r>
          </a:p>
          <a:p>
            <a:pPr>
              <a:defRPr sz="1800"/>
            </a:pPr>
            <a:r>
              <a:t>• Instead of a separate security app, alerts go straight to the KrushikaDhara dashboard.</a:t>
            </a:r>
          </a:p>
          <a:p>
            <a:pPr>
              <a:defRPr sz="2200" b="1"/>
            </a:pPr>
            <a:br/>
            <a:r>
              <a:t>Multi-Sensor Fusion:</a:t>
            </a:r>
          </a:p>
          <a:p>
            <a:pPr>
              <a:defRPr sz="1800"/>
            </a:pPr>
            <a:r>
              <a:t>• Fuses Acoustic (chainsaw sound) and Vibration sensors to eliminate false alarms from animals or wind.</a:t>
            </a:r>
          </a:p>
          <a:p>
            <a:pPr>
              <a:defRPr sz="2200" b="1"/>
            </a:pPr>
            <a:br/>
            <a:r>
              <a:t>TinyML Edge Processing:</a:t>
            </a:r>
          </a:p>
          <a:p>
            <a:pPr>
              <a:defRPr sz="1800"/>
            </a:pPr>
            <a:r>
              <a:t>• AI processes audio directly on the tree's microcontroller. Only a 1-byte alert is sent over LoRa, maximizing battery life.</a:t>
            </a:r>
          </a:p>
        </p:txBody>
      </p:sp>
      <p:pic>
        <p:nvPicPr>
          <p:cNvPr id="4" name="Picture 3" descr="sandalwood_iot_179037048444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 Complete Ecosystem (Modules 6-9)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000" b="1"/>
            </a:pPr>
            <a:r>
              <a:t>6. Crop Advisory &amp; Calendar: Personalized timelines based on planting dates.</a:t>
            </a:r>
          </a:p>
          <a:p>
            <a:pPr>
              <a:spcBef>
                <a:spcPts val="1400"/>
              </a:spcBef>
              <a:defRPr sz="2000" b="1"/>
            </a:pPr>
            <a:r>
              <a:t>7. Market Prices &amp; Trends: Live APMC mandi prices using Govt APIs.</a:t>
            </a:r>
          </a:p>
          <a:p>
            <a:pPr>
              <a:spcBef>
                <a:spcPts val="1400"/>
              </a:spcBef>
              <a:defRPr sz="2000" b="1"/>
            </a:pPr>
            <a:r>
              <a:t>8. Precision Weather Forecasting: Hyper-local weather data to schedule irrigation.</a:t>
            </a:r>
          </a:p>
          <a:p>
            <a:pPr>
              <a:spcBef>
                <a:spcPts val="1400"/>
              </a:spcBef>
              <a:defRPr sz="2000" b="1"/>
            </a:pPr>
            <a:r>
              <a:t>9. Secure Authentication: Supabase/Firebase integrated secure user management.</a:t>
            </a:r>
          </a:p>
          <a:p>
            <a:pPr>
              <a:defRPr sz="2200" b="1" i="1"/>
            </a:pPr>
            <a:br/>
            <a:r>
              <a:t>Result: The farmer never has to leave the KrushikaDhara app for any agricultural need.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Zero-Cost, Highly Scalable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Designed for NGOs and Government rollout with $0 recurring cloud costs.</a:t>
            </a:r>
          </a:p>
          <a:p>
            <a:pPr>
              <a:defRPr sz="1800"/>
            </a:pPr>
            <a:r>
              <a:t>• Backend: Spring Boot 3.2 (Java 21) running entirely on Oracle Cloud 'Always Free' Tier (4 ARM cores, 24GB RAM).</a:t>
            </a:r>
          </a:p>
          <a:p>
            <a:pPr>
              <a:defRPr sz="1800"/>
            </a:pPr>
            <a:r>
              <a:t>• Database: Supabase PostgreSQL (Free Tier) for scalable relational data.</a:t>
            </a:r>
          </a:p>
          <a:p>
            <a:pPr>
              <a:defRPr sz="1800"/>
            </a:pPr>
            <a:r>
              <a:t>• AI Hosting: Vector databases and Llama 3 models run completely self-hosted.</a:t>
            </a:r>
          </a:p>
          <a:p>
            <a:pPr>
              <a:defRPr sz="1800"/>
            </a:pPr>
            <a:r>
              <a:t>• Mobile App: Flutter (Dart) compiled natively for Android with extreme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Rigorous 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/>
            </a:pPr>
            <a:r>
              <a:t>We analyzed 100+ recent IEEE/Springer papers to prove our novelty:</a:t>
            </a:r>
          </a:p>
          <a:p>
            <a:pPr>
              <a:defRPr sz="1800"/>
            </a:pPr>
            <a:r>
              <a:t>• 50+ Indian Agri-Tech Papers (2020-2026): Proved that 95% of apps are single-feature (only disease or only prices). None offer an offline Bluetooth mesh.</a:t>
            </a:r>
          </a:p>
          <a:p>
            <a:pPr>
              <a:defRPr sz="1800"/>
            </a:pPr>
            <a:r>
              <a:t>• 50+ IoT Anti-Poaching Papers: Proved that current Sandalwood security systems lack multi-sensor fusion (high false positives) and fail to integrate with farmer dashboards.</a:t>
            </a:r>
          </a:p>
          <a:p>
            <a:pPr>
              <a:defRPr sz="1800"/>
            </a:pPr>
            <a:r>
              <a:t>• This extensive analysis forms the backbone of our upcoming IEEE publication.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Pilot Testing &amp; Real-World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Disease Detection (YOLOv8): 178.4ms inference time, 100% offline functionality.</a:t>
            </a:r>
          </a:p>
          <a:p>
            <a:pPr>
              <a:defRPr sz="2000"/>
            </a:pPr>
            <a:r>
              <a:t>• RAG Advisory (Kannada): 96% retrieval accuracy on scheme documents, 0% hallucinations.</a:t>
            </a:r>
          </a:p>
          <a:p>
            <a:pPr>
              <a:defRPr sz="2000"/>
            </a:pPr>
            <a:r>
              <a:t>• Equipment Rental: Successfully tested P2P Bluetooth broadcast in simulated zero-network zones up to 50 meters.</a:t>
            </a:r>
          </a:p>
          <a:p>
            <a:pPr>
              <a:defRPr sz="2000"/>
            </a:pPr>
            <a:r>
              <a:t>• Backend Stability: Oracle ARM instance maintains &lt;40% CPU load under simulated multi-user stress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Conclusion: Why KrushikaDhara is Groundbreaking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200" b="1"/>
            </a:pPr>
            <a:r>
              <a:t>• It's not just an app; it's a completely decentralized agricultural ecosystem.</a:t>
            </a:r>
          </a:p>
          <a:p>
            <a:pPr>
              <a:spcBef>
                <a:spcPts val="1400"/>
              </a:spcBef>
              <a:defRPr sz="2200" b="1"/>
            </a:pPr>
            <a:r>
              <a:t>• It bridges the 'Integration Gap' by putting 9 advanced tools in one place.</a:t>
            </a:r>
          </a:p>
          <a:p>
            <a:pPr>
              <a:spcBef>
                <a:spcPts val="1400"/>
              </a:spcBef>
              <a:defRPr sz="2200" b="1"/>
            </a:pPr>
            <a:r>
              <a:t>• It respects the realities of rural India (low literacy, poor internet, high cost).</a:t>
            </a:r>
          </a:p>
          <a:p>
            <a:pPr>
              <a:spcBef>
                <a:spcPts val="1400"/>
              </a:spcBef>
              <a:defRPr sz="2200" b="1"/>
            </a:pPr>
            <a:r>
              <a:t>• It is fully documented, extensively researched, and ready for IEEE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5091</Words>
  <Application>WPS Presentation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KrushikaDhara: The Future of Rural Agriculture</vt:lpstr>
      <vt:lpstr>1. The Problem Statement: The Integration Gap</vt:lpstr>
      <vt:lpstr>2. Our Vision &amp; Final Idea</vt:lpstr>
      <vt:lpstr>3. Module 1: Edge AI Crop Disease Detection</vt:lpstr>
      <vt:lpstr>4. Module 2: Macro-Level Yield Estimation</vt:lpstr>
      <vt:lpstr>5. Module 3: Offline Bluetooth Mesh Rental</vt:lpstr>
      <vt:lpstr>6. Module 4: Vernacular RAG Advisory System</vt:lpstr>
      <vt:lpstr>7. Module 5: IoT Sandalwood Anti-Poaching</vt:lpstr>
      <vt:lpstr>8. A Complete Ecosystem (Modules 6-9)</vt:lpstr>
      <vt:lpstr>9. Zero-Cost, Highly Scalable Backend</vt:lpstr>
      <vt:lpstr>10. Rigorous Research Foundation</vt:lpstr>
      <vt:lpstr>11. Pilot Testing &amp; Real-World Results</vt:lpstr>
      <vt:lpstr>12. Conclusion: Why KrushikaDhara is Groundbreaking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Naveen Kumar km</cp:lastModifiedBy>
  <cp:revision>2</cp:revision>
  <dcterms:created xsi:type="dcterms:W3CDTF">2013-01-27T09:14:00Z</dcterms:created>
  <dcterms:modified xsi:type="dcterms:W3CDTF">2026-09-25T21:20:17Z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450B018859724D8FBAECB8424ABBE67A_12</vt:lpwstr>
  </property>
  <property fmtid="{D5CDD505-2E9C-101B-9397-08002B2CF9AE}" pid="3" name="KSOProductBuildVer">
    <vt:lpwstr>1033-12.1.0.28485</vt:lpwstr>
  </property>
</Properties>
</file>